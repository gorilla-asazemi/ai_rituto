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286000" cy="274320"/>
          </a:xfrm>
          <a:prstGeom prst="rect">
            <a:avLst/>
          </a:prstGeom>
          <a:solidFill>
            <a:srgbClr val="E8F2EC"/>
          </a:solidFill>
          <a:ln w="12700">
            <a:solidFill>
              <a:srgbClr val="1B38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PRESENTATION DIRECTION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話す前に、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勝負を決める。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伝わらない想いを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　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5A0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選ばれるシナリオ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」へ再生する。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828800" cy="27432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429000"/>
            <a:ext cx="438912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478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プレゼン演出家 ／ 元シニア経営コンサルタント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7673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西川 佳孝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1879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累計契約コンサルフィー5億円超の実戦と、ストアカ★4.9が導く「選ばれる構造」</a:t>
            </a:r>
            <a:endParaRPr lang="en-US" sz="800" dirty="0"/>
          </a:p>
        </p:txBody>
      </p:sp>
      <p:pic>
        <p:nvPicPr>
          <p:cNvPr id="11" name="Image 0" descr="C:\Users\banan\OneDrive\OneDrive\Antigravity西川佳孝_＠ゴリラ\AI_rituto\成功例を渡せ\images\speaker_clean_frame_17874436302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548640"/>
            <a:ext cx="3657600" cy="41148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1440" cy="20116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8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なぜ、あなたの想いは届かないのか？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伝わらない最大の原因は、話し方ではなく「　話す順番（シナリオ）　」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7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65960"/>
            <a:ext cx="2560320" cy="73152"/>
          </a:xfrm>
          <a:prstGeom prst="rect">
            <a:avLst/>
          </a:prstGeom>
          <a:solidFill>
            <a:srgbClr val="0F2D1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48840"/>
            <a:ext cx="548640" cy="237744"/>
          </a:xfrm>
          <a:prstGeom prst="rect">
            <a:avLst/>
          </a:prstGeom>
          <a:solidFill>
            <a:srgbClr val="F0F7F4"/>
          </a:solidFill>
          <a:ln w="12700">
            <a:solidFill>
              <a:srgbClr val="0F2D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48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知識の押し売り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相手目線の欠落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専門性を伝えようとするあまり、相手が本当に知りたい結論やメリットが見えなくなってしまう。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01568" y="1325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8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7200" dirty="0"/>
          </a:p>
        </p:txBody>
      </p:sp>
      <p:sp>
        <p:nvSpPr>
          <p:cNvPr id="16" name="Shape 14"/>
          <p:cNvSpPr/>
          <p:nvPr/>
        </p:nvSpPr>
        <p:spPr>
          <a:xfrm>
            <a:off x="3310128" y="196596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1965960"/>
            <a:ext cx="2560320" cy="73152"/>
          </a:xfrm>
          <a:prstGeom prst="rect">
            <a:avLst/>
          </a:prstGeom>
          <a:solidFill>
            <a:srgbClr val="2D5A4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93008" y="2148840"/>
            <a:ext cx="548640" cy="237744"/>
          </a:xfrm>
          <a:prstGeom prst="rect">
            <a:avLst/>
          </a:prstGeom>
          <a:solidFill>
            <a:srgbClr val="F4F8F6"/>
          </a:solidFill>
          <a:ln w="12700">
            <a:solidFill>
              <a:srgbClr val="2D5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148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93008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座学の迷子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93008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構成力の不足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3108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実技や想いはあるのに、いざ説明になると「　何をどう構成すべきか　」分からなくなってしまう。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63056" y="13258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F5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7200" dirty="0"/>
          </a:p>
        </p:txBody>
      </p:sp>
      <p:sp>
        <p:nvSpPr>
          <p:cNvPr id="24" name="Shape 22"/>
          <p:cNvSpPr/>
          <p:nvPr/>
        </p:nvSpPr>
        <p:spPr>
          <a:xfrm>
            <a:off x="6071616" y="196596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1965960"/>
            <a:ext cx="2560320" cy="7315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6" name="Shape 24"/>
          <p:cNvSpPr/>
          <p:nvPr/>
        </p:nvSpPr>
        <p:spPr>
          <a:xfrm>
            <a:off x="6254496" y="2148840"/>
            <a:ext cx="548640" cy="237744"/>
          </a:xfrm>
          <a:prstGeom prst="rect">
            <a:avLst/>
          </a:prstGeom>
          <a:solidFill>
            <a:srgbClr val="F9F5EB"/>
          </a:solidFill>
          <a:ln w="12700">
            <a:solidFill>
              <a:srgbClr val="C5A0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1488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2468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自分ファースト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54496" y="2788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共感ツカミの不在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310896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相手が興味のない自己紹介から入ってしまい、冒頭数分で相手の心が離れてしまう。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1440" cy="20116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8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CORE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中身を変えなくても「　伝える順番　」を整えるだけで、評価も成果も跳ね上がる。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4297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8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4297680" cy="347472"/>
          </a:xfrm>
          <a:prstGeom prst="rect">
            <a:avLst/>
          </a:prstGeom>
          <a:solidFill>
            <a:srgbClr val="0F2D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 01 ｜ シナリオ9割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1051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アドリブトーク、派手なスライド装飾は枝葉。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成果を決めるのは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　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B38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何を、どの順番で話すか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」の緻密な設計図。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297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63240"/>
            <a:ext cx="4297680" cy="34747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CORE 02 ｜ 結論ファースト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5021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　自分が言いたいこと　」ではなく、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　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5A0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聞き手が最も知りたい結論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」ファーストで設計する。</a:t>
            </a:r>
            <a:endParaRPr lang="en-US" sz="950" dirty="0"/>
          </a:p>
        </p:txBody>
      </p:sp>
      <p:pic>
        <p:nvPicPr>
          <p:cNvPr id="14" name="Image 0" descr="C:\Users\banan\OneDrive\OneDrive\Antigravity西川佳孝_＠ゴリラ\AI_rituto\成功例を渡せ\images\clean_gear_diagram_17874436515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3566160" cy="324612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1440" cy="20116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8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TRACK RECORD &amp; 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5億円のビジネス実戦と、公開レビュー「　★4.9　」が証明する再現性。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5億円+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48840" y="1417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累計契約コンサルフィー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元シニア経営コンサルタント（在籍16年）。数百社の実戦。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13055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219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4.90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22219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ストアカ受講者満足度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国内最大級マーケットで「新人先生賞」受賞。公開絶賛。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935224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266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30266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受講者契約単価向上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48840" y="3255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全国紙執筆、全国講演ゲスト講師、テレビ・ラジオ等へ進出。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4297680" cy="914400"/>
          </a:xfrm>
          <a:prstGeom prst="rect">
            <a:avLst/>
          </a:prstGeom>
          <a:solidFill>
            <a:srgbClr val="E8F2E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862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【支援実績】 料理、美容、コンサル、英会話、接客、幼児教育、エクセル、マインドフルネス、ヨガ、心理学、お金、パン教室、ボイストレーナー、風水師、アロマ、薬膳、話し方、SNS集客などの現役講師陣</a:t>
            </a:r>
            <a:endParaRPr lang="en-US" sz="750" dirty="0"/>
          </a:p>
        </p:txBody>
      </p:sp>
      <p:pic>
        <p:nvPicPr>
          <p:cNvPr id="20" name="Image 0" descr="C:\Users\banan\OneDrive\OneDrive\Antigravity西川佳孝_＠ゴリラ\AI_rituto\成功例を渡せ\images\clean_gold_trophy_17874436692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25880"/>
            <a:ext cx="3566160" cy="338328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91440" cy="201168"/>
          </a:xfrm>
          <a:prstGeom prst="rect">
            <a:avLst/>
          </a:prstGeom>
          <a:solidFill>
            <a:srgbClr val="1B382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8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 METHOD : 劇的REプレゼン®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数千回の実践経験をベースにした「　論理と心理　」で仕掛けるエンタメ演出メソッド。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solidFill>
            <a:srgbClr val="0F2D1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D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EXTRACTION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本音抽出 &amp; 目的選別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言葉の奥にある本音を抽出し、目的と手段で選別する。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「何を一番伝えたいのか」「相手にどう動いてほしいのか」の核を掘り起こします。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0128" y="137160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371600"/>
            <a:ext cx="2560320" cy="457200"/>
          </a:xfrm>
          <a:prstGeom prst="rect">
            <a:avLst/>
          </a:prstGeom>
          <a:solidFill>
            <a:srgbClr val="2D5A43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5A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SCENARIO ARCHITECTURE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47288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共感ツカミ &amp; 再構成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75888" y="25603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心をツカム言葉へ翻訳し、聞き手が前のめりになるシナリオへ組み替える。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相手目線の共感フックから本質へと一気に引き込むストーリーラインを構築。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71616" y="137160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1616" y="1371600"/>
            <a:ext cx="2560320" cy="45720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1920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DIRECTION &amp; SIMULATION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08776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1スライド &amp; リハーサル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37376" y="25603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余計な情報を削ぎ落としたスライド化と、現場をリアルに想定したシミュレーション。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当日の現場を想定し、不安を自信に変えて本番へ臨みます。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Presentation Director - Editorial White Edition</dc:title>
  <dc:subject>PptxGenJS Presentation</dc:subject>
  <dc:creator>PptxGenJS</dc:creator>
  <cp:lastModifiedBy>PptxGenJS</cp:lastModifiedBy>
  <cp:revision>1</cp:revision>
  <dcterms:created xsi:type="dcterms:W3CDTF">2026-08-23T00:25:26Z</dcterms:created>
  <dcterms:modified xsi:type="dcterms:W3CDTF">2026-08-23T00:25:26Z</dcterms:modified>
</cp:coreProperties>
</file>